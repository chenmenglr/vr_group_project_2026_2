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26f10d14d341d3" /><Relationship Type="http://schemas.openxmlformats.org/officeDocument/2006/relationships/extended-properties" Target="/docProps/app.xml" Id="R7a2bd4b6feec4178" /><Relationship Type="http://schemas.openxmlformats.org/officeDocument/2006/relationships/officeDocument" Target="/ppt/presentation.xml" Id="Rca940bda535340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a1844412a243f4"/>
  </p:sldMasterIdLst>
  <p:notesMasterIdLst>
    <p:notesMasterId xmlns:r="http://schemas.openxmlformats.org/officeDocument/2006/relationships" r:id="R6951411c0a654044"/>
  </p:notesMasterIdLst>
  <p:sldIdLst>
    <p:sldId xmlns:r="http://schemas.openxmlformats.org/officeDocument/2006/relationships" id="256" r:id="Rbb37f35305344887"/>
    <p:sldId xmlns:r="http://schemas.openxmlformats.org/officeDocument/2006/relationships" id="257" r:id="R7cdc944095a14416"/>
    <p:sldId xmlns:r="http://schemas.openxmlformats.org/officeDocument/2006/relationships" id="258" r:id="R2f31e757d82a4290"/>
    <p:sldId xmlns:r="http://schemas.openxmlformats.org/officeDocument/2006/relationships" id="259" r:id="R871546f693ca487f"/>
    <p:sldId xmlns:r="http://schemas.openxmlformats.org/officeDocument/2006/relationships" id="260" r:id="Ra44065c86828461a"/>
    <p:sldId xmlns:r="http://schemas.openxmlformats.org/officeDocument/2006/relationships" id="261" r:id="R07295f1ed70a4e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a682c0e96d4676" /><Relationship Type="http://schemas.openxmlformats.org/officeDocument/2006/relationships/slideMaster" Target="/ppt/slideMasters/slideMaster1.xml" Id="Rf9a1844412a243f4" /><Relationship Type="http://schemas.openxmlformats.org/officeDocument/2006/relationships/notesMaster" Target="/ppt/notesMasters/notesMaster1.xml" Id="R6951411c0a654044" /><Relationship Type="http://schemas.openxmlformats.org/officeDocument/2006/relationships/presProps" Target="/ppt/presProps.xml" Id="R464b88e164d745f3" /><Relationship Type="http://schemas.openxmlformats.org/officeDocument/2006/relationships/tableStyles" Target="/ppt/tableStyles.xml" Id="R3967591ef5be4968" /><Relationship Type="http://schemas.openxmlformats.org/officeDocument/2006/relationships/slide" Target="/ppt/slides/slide1.xml" Id="Rbb37f35305344887" /><Relationship Type="http://schemas.openxmlformats.org/officeDocument/2006/relationships/slide" Target="/ppt/slides/slide2.xml" Id="R7cdc944095a14416" /><Relationship Type="http://schemas.openxmlformats.org/officeDocument/2006/relationships/slide" Target="/ppt/slides/slide3.xml" Id="R2f31e757d82a4290" /><Relationship Type="http://schemas.openxmlformats.org/officeDocument/2006/relationships/slide" Target="/ppt/slides/slide4.xml" Id="R871546f693ca487f" /><Relationship Type="http://schemas.openxmlformats.org/officeDocument/2006/relationships/slide" Target="/ppt/slides/slide5.xml" Id="Ra44065c86828461a" /><Relationship Type="http://schemas.openxmlformats.org/officeDocument/2006/relationships/slide" Target="/ppt/slides/slide6.xml" Id="R07295f1ed70a4e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419e6d91aa46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f0200a934f49e8" /><Relationship Type="http://schemas.openxmlformats.org/officeDocument/2006/relationships/notesMaster" Target="/ppt/notesMasters/notesMaster1.xml" Id="Rcda1e8baf4824a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cecf862e034e31" /><Relationship Type="http://schemas.openxmlformats.org/officeDocument/2006/relationships/notesMaster" Target="/ppt/notesMasters/notesMaster1.xml" Id="R53cb4e6312b44c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38a5ab695b4cff" /><Relationship Type="http://schemas.openxmlformats.org/officeDocument/2006/relationships/notesMaster" Target="/ppt/notesMasters/notesMaster1.xml" Id="Rf3e8474a015c4b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562377c527f479c" /><Relationship Type="http://schemas.openxmlformats.org/officeDocument/2006/relationships/notesMaster" Target="/ppt/notesMasters/notesMaster1.xml" Id="R34c75de639e840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f1cb42cfa24851" /><Relationship Type="http://schemas.openxmlformats.org/officeDocument/2006/relationships/notesMaster" Target="/ppt/notesMasters/notesMaster1.xml" Id="R44822d730e2b4b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b7cf262a7e4f9c" /><Relationship Type="http://schemas.openxmlformats.org/officeDocument/2006/relationships/notesMaster" Target="/ppt/notesMasters/notesMaster1.xml" Id="R4e3846c16ac842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讲述建议（约 20 秒）：我的一人小组开发了单房间 VR 维修游戏。玩家恢复供电后穿过舱门到达出口。第七周更新了笼架式能量核心、配套夹爪插槽和分段双门动画。本页图片是 Unity Editor 场景预览，不是 Quest 实机。</a:t>
            </a:r>
          </a:p>
          <a:p xmlns:a="http://schemas.openxmlformats.org/drawingml/2006/main">
            <a:r>
              <a:t>Source: C:\Users\31797\Documents\ChatGPT\作业 3\VR_Project_2026_2\CourseValidation\Runtime\Week07_Station_EditorPreview.png</a:t>
            </a:r>
          </a:p>
          <a:p xmlns:a="http://schemas.openxmlformats.org/drawingml/2006/main">
            <a:r>
              <a:t>Prior presentation visual reference: C:\Users\31797\Documents\ChatGPT\作业 3\VR_Presentation_20261008\output\Lost_Station_ZH_KO_20261008.pptx</a:t>
            </a:r>
          </a:p>
          <a:p xmlns:a="http://schemas.openxmlformats.org/drawingml/2006/main">
            <a:r>
              <a:t>Affiliation: Department of Artificial Intelligence, Dong-A University. Official source: https://ibm.donga.ac.kr/abouteng/CMS/Contents/Contents.do?mCode=MN097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讲述建议（约 45 秒）：用五步解释玩法。抓取后必须在插槽附近松开，单纯接近插槽不会触发。三只夹爪固定核心，门锁缩回，双门滑开，通行灯变绿，再走到出口。完整开门动画的实现时长为 2.65 秒。</a:t>
            </a:r>
          </a:p>
          <a:p xmlns:a="http://schemas.openxmlformats.org/drawingml/2006/main">
            <a:r>
              <a:t>Source: C:\Users\31797\Documents\ChatGPT\作业 3\VR_Project_2026_2\Assets\02_Scripts\SpaceStationMission.cs</a:t>
            </a:r>
          </a:p>
          <a:p xmlns:a="http://schemas.openxmlformats.org/drawingml/2006/main">
            <a:r>
              <a:t>Source: C:\Users\31797\Documents\ChatGPT\作业 3\VR_Project_2026_2\Assets\02_Scripts\SpaceStationHardware.cs</a:t>
            </a:r>
          </a:p>
          <a:p xmlns:a="http://schemas.openxmlformats.org/drawingml/2006/main">
            <a:r>
              <a:t>Source: C:\Users\31797\Documents\ChatGPT\作业 3\VR_Project_2026_2\Docs\Week06_UI_Peer_Test.md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讲述建议（约45秒）：这些是实际Quest 2 USB Link录像帧。左摇杆移动，右摇杆转向或传送，中指Grip抓取，食指Trigger点击。左手菜单键开关说明，B只关闭菜单，重置使用RESET MISSION。录像展示Help/Reset与完成状态，不代表每种手势都已验收。</a:t>
            </a:r>
          </a:p>
          <a:p xmlns:a="http://schemas.openxmlformats.org/drawingml/2006/main">
            <a:r>
              <a:t>Source: CourseValidation/Runtime/Quest_PCLink_Demo_20261021.json; Deliverables/Week07/Wang_VR_Week07_PCLink_Demo.mp4. Actual physical Quest 2 + USB Link + Windows Unity PC VR, recorded 21 Oct 2026. This is not native APK footage.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讲述建议（约45秒）：图中仍为Editor预览。E-07核心与配套夹爪插槽触发2.65秒门动画，真实USB Link录像已展示抓取、供电、开门、出口。振动感知与独立APK性能仍待测。</a:t>
            </a:r>
          </a:p>
          <a:p xmlns:a="http://schemas.openxmlformats.org/drawingml/2006/main">
            <a:r>
              <a:t>Source: CourseValidation/Runtime/Quest_PCLink_Demo_20261021.json; Deliverables/Week07/Wang_VR_Week07_PCLink_Demo.mp4. Actual physical Quest 2 + USB Link + Windows Unity PC VR, recorded 21 Oct 2026. This is not native APK footage.</a:t>
            </a:r>
          </a:p>
          <a:p xmlns:a="http://schemas.openxmlformats.org/drawingml/2006/main">
            <a:r>
              <a:t>Source: Assets/02_Scripts/SpaceStationHardware.cs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讲述建议（约40秒）：10月21日已有真实头显操作录像，通过USB Link运行电脑端Unity。54秒为连续原速片段，保留游戏声音。目前APK已构建0.4.0，但尚未安装到Quest独立运行。同学首次使用测试及复测也尚未完成。</a:t>
            </a:r>
          </a:p>
          <a:p xmlns:a="http://schemas.openxmlformats.org/drawingml/2006/main">
            <a:r>
              <a:t>Source: CourseValidation/Runtime/Quest_PCLink_Demo_20261021.json; Deliverables/Week07/Wang_VR_Week07_PCLink_Demo.mp4. Actual physical Quest 2 + USB Link + Windows Unity PC VR, recorded 21 Oct 2026. This is not native APK footage.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演示说明：可按左侧顺序现场演示，或播放随交付材料提供的54秒PC VR视频并解释流程。视频路径：Deliverables/Week07/Wang_VR_Week07_PCLink_Demo.mp4。右图是40秒视频帧。Zoom共享时勾选共享声音。课程单组10分钟汇报后另有5分钟问答；视频作为补充材料，不能替代要求的原生APK录像。</a:t>
            </a:r>
          </a:p>
          <a:p xmlns:a="http://schemas.openxmlformats.org/drawingml/2006/main">
            <a:r>
              <a:t>Source: CourseValidation/Runtime/Quest_PCLink_Demo_20261021.json; Deliverables/Week07/Wang_VR_Week07_PCLink_Demo.mp4. Actual physical Quest 2 + USB Link + Windows Unity PC VR, recorded 21 Oct 2026. This is not native APK footage.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0c0f01a6c44f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6269832b154e8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2a4f98e93e4a0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8c68e69665479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41b6bf9f354f8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c86b34d3764b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F4E5B7-F277-441B-8987-46102F699E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C090BBB-E278-431C-97B4-C8E02236EEE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580490C-6EB1-408F-BE43-475A8C8E98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A3DEA9E-9ECE-41FF-8073-6DC48B5C94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6B7FB47-6DA9-44FC-8DAC-C1DF6080E2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AAC9F75-5226-4FEC-BC7B-D9C82C0050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184E02E-A5B8-43E0-9153-ABC1EF6158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D369C22-3B3F-40F2-A8E7-ADC03A5B02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FEEA8C8-92C0-4CCB-AAC0-1E752A5D36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11CE82-CF88-486E-BCD7-04DBC1CA6E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995e8dcd204d2f" /><Relationship Type="http://schemas.openxmlformats.org/officeDocument/2006/relationships/slideLayout" Target="/ppt/slideLayouts/slideLayout1.xml" Id="Rb7efb651b37440ed" /><Relationship Type="http://schemas.openxmlformats.org/officeDocument/2006/relationships/slideLayout" Target="/ppt/slideLayouts/slideLayout2.xml" Id="Ra8a31b6e30d24a7a" /><Relationship Type="http://schemas.openxmlformats.org/officeDocument/2006/relationships/slideLayout" Target="/ppt/slideLayouts/slideLayout3.xml" Id="Rd0fe27e7f15d45b5" /><Relationship Type="http://schemas.openxmlformats.org/officeDocument/2006/relationships/slideLayout" Target="/ppt/slideLayouts/slideLayout4.xml" Id="R3515980c00f74b4e" /><Relationship Type="http://schemas.openxmlformats.org/officeDocument/2006/relationships/slideLayout" Target="/ppt/slideLayouts/slideLayout5.xml" Id="Rd418025e93bc42cf" /><Relationship Type="http://schemas.openxmlformats.org/officeDocument/2006/relationships/slideLayout" Target="/ppt/slideLayouts/slideLayout6.xml" Id="Rf239af84f92c43a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efb651b37440ed"/>
    <p:sldLayoutId xmlns:r="http://schemas.openxmlformats.org/officeDocument/2006/relationships" id="2147483650" r:id="Ra8a31b6e30d24a7a"/>
    <p:sldLayoutId xmlns:r="http://schemas.openxmlformats.org/officeDocument/2006/relationships" id="2147483651" r:id="Rd0fe27e7f15d45b5"/>
    <p:sldLayoutId xmlns:r="http://schemas.openxmlformats.org/officeDocument/2006/relationships" id="2147483652" r:id="R3515980c00f74b4e"/>
    <p:sldLayoutId xmlns:r="http://schemas.openxmlformats.org/officeDocument/2006/relationships" id="2147483653" r:id="Rd418025e93bc42cf"/>
    <p:sldLayoutId xmlns:r="http://schemas.openxmlformats.org/officeDocument/2006/relationships" id="2147483654" r:id="Rf239af84f92c43a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6b92e18da54d0e" /><Relationship Type="http://schemas.openxmlformats.org/officeDocument/2006/relationships/image" Target="/ppt/media/image.png" Id="R79d2b60d76c94c84" /><Relationship Type="http://schemas.openxmlformats.org/officeDocument/2006/relationships/notesSlide" Target="/ppt/notesSlides/notesSlide1.xml" Id="R4a1ea6a51f704f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e2c83515fe44d2" /><Relationship Type="http://schemas.openxmlformats.org/officeDocument/2006/relationships/notesSlide" Target="/ppt/notesSlides/notesSlide2.xml" Id="Ra86af480401345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18377bc58344af" /><Relationship Type="http://schemas.openxmlformats.org/officeDocument/2006/relationships/image" Target="/ppt/media/image2.png" Id="R5c38f24cb0374f37" /><Relationship Type="http://schemas.openxmlformats.org/officeDocument/2006/relationships/image" Target="/ppt/media/image3.png" Id="Refb5e488dce94d34" /><Relationship Type="http://schemas.openxmlformats.org/officeDocument/2006/relationships/notesSlide" Target="/ppt/notesSlides/notesSlide3.xml" Id="R4ac1ed3197f346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79166ce32f4db9" /><Relationship Type="http://schemas.openxmlformats.org/officeDocument/2006/relationships/image" Target="/ppt/media/image4.png" Id="Rc76c2c8148864943" /><Relationship Type="http://schemas.openxmlformats.org/officeDocument/2006/relationships/notesSlide" Target="/ppt/notesSlides/notesSlide4.xml" Id="Rfc1b8ecb17594d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948b97b1c84b3b" /><Relationship Type="http://schemas.openxmlformats.org/officeDocument/2006/relationships/notesSlide" Target="/ppt/notesSlides/notesSlide5.xml" Id="R8898d6f8d71e45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c9b195cec14b1c" /><Relationship Type="http://schemas.openxmlformats.org/officeDocument/2006/relationships/image" Target="/ppt/media/image5.png" Id="R8a21661fd7164509" /><Relationship Type="http://schemas.openxmlformats.org/officeDocument/2006/relationships/notesSlide" Target="/ppt/notesSlides/notesSlide6.xml" Id="Rb8bfd60550d742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E53F7-C1CA-4B9B-A3ED-C78CDE6F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5CD21-2D2D-48F7-ADD2-893C0CDA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WEEK 07 MIDTERM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0A1A4A-4A31-4061-B839-023A079F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5381625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Lost Station</a:t>
            </a:r>
          </a:p>
          <a:p xmlns:a="http://schemas.openxmlformats.org/drawingml/2006/main">
            <a:pPr algn="l">
              <a:buNone/>
              <a:defRPr sz="4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Restart the Hatch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50725-8696-4029-8AE4-43BD1E88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895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31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45E68F-33A9-49D0-8CC9-E88E784B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A one-room VR repair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8F2679-DD30-4809-8114-66366B82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53025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Dong-A University | Independent group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CA1D39-5B86-4A1A-A786-F6D8DE8609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2b60d76c94c84"/>
          <a:stretch xmlns:a="http://schemas.openxmlformats.org/drawingml/2006/main"/>
        </p:blipFill>
        <p:spPr>
          <a:xfrm xmlns:a="http://schemas.openxmlformats.org/drawingml/2006/main">
            <a:off x="6096000" y="1864816"/>
            <a:ext cx="5476875" cy="308074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B057A-A9C9-461D-B314-050D06A9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626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UNITY EDITOR PREVIEW  /  WEEK 07 HARDWARE</a:t>
            </a:r>
          </a:p>
        </p:txBody>
      </p:sp>
    </p:spTree>
    <p:extLst>
      <p:ext uri="{BB962C8B-B14F-4D97-AF65-F5344CB8AC3E}">
        <p14:creationId xmlns:p14="http://schemas.microsoft.com/office/powerpoint/2010/main" val="6976026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64197F-747F-4A92-9ECD-27566A40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0971B0-10FC-47A1-BE63-1278FEB1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One short task from power loss to exit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86032F-FADE-41E1-9C63-CFB7075A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9B516-149C-429D-8D1B-C2D1FEE1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  /  WEEK 07 MIDTERM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941163-D022-41FE-BE68-21592141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2937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BA6226-B02E-4F72-875B-490DA8D6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0175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The player can finish the complete loop in one room.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363773-440D-4433-8EF4-FD64D781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6215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1EE0C8-B508-40A3-9CF3-5E470222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28825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94091C-9F92-44B5-A5FC-3BFB6086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145"/>
          </a:bodyPr>
          <a:lstStyle xmlns:a="http://schemas.openxmlformats.org/drawingml/2006/main">
            <a:def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MOVE / TELEPORT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0EA93E-A708-4EBE-8AE9-DAA8493C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Move to the blue repair pad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759321-EA58-436A-BE9A-55CBD86E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96215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6A2FE7-BFDC-4298-9F14-135D0AF0C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28825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1BE567-6D1B-455C-8ECB-372754B3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035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GRAB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2A62B9-0213-4928-8598-AE6A54C8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8135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Pick up the E-07 energy 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02FCEF-1AEF-48A9-BDC3-60643C44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215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37ADCA-F5A7-4E51-9B28-C6BEBDB8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28825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96BC9C-8C3A-4191-AE76-83DE4A6C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80035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INSERT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BAE886-01CD-48BC-B467-6DF44866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18135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Release it at the amber coupler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FE6C9C-3DA8-440C-A9EF-C2FC0EB5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6215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44578F-1B69-4B09-AC8F-D9A2EB7C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28825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6B2CC3-A90C-4C2F-A94F-FFF3C68D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0035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A65C08-250F-4B50-8114-D1448E27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8135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Watch both door panels slide apart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22C5ED-114E-43D2-BCB2-B656AAA8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96215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AB91D1-9A16-45C8-8C2B-285191F5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28825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B035EE-0252-4174-9F62-438CD5FC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0035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EXIT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8E97F0-ACC8-4802-8102-0E7D285E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8135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Cross the doorway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62E841-E0A3-486B-AE90-1416C75B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F75957-AB66-41F4-9471-DA15BDFC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4345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Interaction rule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7197D6-751C-4E71-9AE5-9833F3EC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67250"/>
            <a:ext cx="79533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The core must be grabbed, then released close to the socket.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The clamps engage, the locks retract, and both doors open.</a:t>
            </a:r>
          </a:p>
        </p:txBody>
      </p:sp>
    </p:spTree>
    <p:extLst>
      <p:ext uri="{BB962C8B-B14F-4D97-AF65-F5344CB8AC3E}">
        <p14:creationId xmlns:p14="http://schemas.microsoft.com/office/powerpoint/2010/main" val="4102884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D368F-2C8F-486A-94EF-FF0F8FAD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DB5CBA-33F7-4288-B494-2DF31408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Mission Console and current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63137D-9A8D-46E5-82D8-13F8EB07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EDF68B-75C1-4170-BFD3-AA32B7AA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  /  WEEK 07 MIDTERM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BA4166-C9BD-432A-A096-85494374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2937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1433A-DB8E-4329-8881-EE9051E7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97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Left stick: move | Right stick: turn / teleport | Grip: hold | Trigger: select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035A10-99B8-45B0-A6DF-B75EC37B7E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38f24cb0374f3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279" y="2124075"/>
            <a:ext cx="5113867" cy="287655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95F1BA-6202-4F49-8DB7-E4C3002FD9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b5e488dce94d3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0854" y="2124075"/>
            <a:ext cx="5113867" cy="2876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E29290-B065-47EA-8CAF-71F61E18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53025"/>
            <a:ext cx="5114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HELP AND RESET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EADDB4-73FE-4D48-AF98-2D52A7C7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5153025"/>
            <a:ext cx="5114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MISSION COMPLETE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556C06-9817-4EA3-9CE1-F725424AB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Quest 2 USB Link PC VR frames, 21 Oct. Left Menu: help panel; B: close; RESET MISSION: restart.</a:t>
            </a:r>
          </a:p>
        </p:txBody>
      </p:sp>
    </p:spTree>
    <p:extLst>
      <p:ext uri="{BB962C8B-B14F-4D97-AF65-F5344CB8AC3E}">
        <p14:creationId xmlns:p14="http://schemas.microsoft.com/office/powerpoint/2010/main" val="19110769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E10E8E-E28A-4DC9-8F82-C1D0ADE9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87CEDB-CBC0-4F56-B15D-E58F113B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Core, coupler and airlock feedback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B9E59A-D3E7-4410-907C-E259F5E1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4AC6B-560F-44EA-AB65-1D041C03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  /  WEEK 07 MIDTERM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E0975-E00E-4EDD-8566-5CED2B7A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2937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355CE-FDCB-4D90-9E0C-9E2DA61D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9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E-07 ENERGY CORE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71B4F9-8A33-4764-89C8-2147A2F24C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c2c8148864943"/>
          <a:stretch xmlns:a="http://schemas.openxmlformats.org/drawingml/2006/main"/>
        </p:blipFill>
        <p:spPr>
          <a:xfrm xmlns:a="http://schemas.openxmlformats.org/drawingml/2006/main">
            <a:off x="666750" y="2125266"/>
            <a:ext cx="5143500" cy="28932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4FC61-1357-4306-BAA0-B31966FD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5302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Metal cage, cyan crystal and three-clamp coupler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A0FA1E-D3AA-4752-8529-6329DB35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91200"/>
            <a:ext cx="5143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Editor preview. Controller handling recorded via USB Link.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2C1AF6-5618-41E8-99DC-FBA14E0F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09725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2.65-SECOND OPENING SEQUENCE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43952E-E5FF-4755-A7E4-45A10A4D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5143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1   Clamps secure the core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2   Door locks retract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3   Twin panels slide apart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4   Passage lights turn green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CDC79E-CDA6-43BE-B468-BEAE1374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38625"/>
            <a:ext cx="514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211B16-E2AC-46AD-ACD6-3575E088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One mission state drives the status panel,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indicator lights and mechanism audio.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B68BC1-5D19-4941-A9C1-358970D4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81625"/>
            <a:ext cx="5143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The 21 Oct PC VR recording shows the core insertion, door animation and exit completion.</a:t>
            </a:r>
          </a:p>
        </p:txBody>
      </p:sp>
    </p:spTree>
    <p:extLst>
      <p:ext uri="{BB962C8B-B14F-4D97-AF65-F5344CB8AC3E}">
        <p14:creationId xmlns:p14="http://schemas.microsoft.com/office/powerpoint/2010/main" val="8007346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935501-C8E0-463C-8EA0-4F568186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9FA3E-9C1C-46F4-8866-D4B93925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Recorded play and remaining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579CFF-DB5E-4CC1-A872-9A3FDB4D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BA7FE-0E2D-49AE-B896-6963BBFA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  /  WEEK 07 MIDTERM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07A21-5214-40C9-861A-A0448329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2937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37F947-BE09-45E0-A28C-74540E9E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5219700" cy="3629025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D813E0-7A3A-447B-A502-1D104664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38300"/>
            <a:ext cx="5219700" cy="3629025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0B20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AB48E-D263-4343-BF6A-1441B682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RECORDED QUEST 2 PC VR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483CC0-70C7-4A78-99AE-C0FAAA9F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95550"/>
            <a:ext cx="4667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54 seconds of actual headset and controller play through USB Link.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91ED00-8B32-40C9-AC62-D558F15D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45529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Reset, Help, movement, grabbing, insertion, door opening and exit. One continuous excerpt with game audio.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5AA4DC-63C0-4056-87A1-EF1F934A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1924050"/>
            <a:ext cx="4695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F831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831B"/>
                </a:solidFill>
                <a:latin typeface="Arial"/>
                <a:ea typeface="Arial"/>
                <a:cs typeface="Arial"/>
              </a:rPr>
              <a:t>NEXT CHECKS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D1AB9F-DDC8-486B-8973-D1F8D3A7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95550"/>
            <a:ext cx="46386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Install APK 0.4.0 on Quest and record inside the headset.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C777C0-5C1B-42BE-947B-8F83B13B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638550"/>
            <a:ext cx="45624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Check native performance, vibration and comfort. Run a 10-minute peer test, fix the main issue and retest.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48A144-F8A3-44A4-AE87-FDD077B5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57850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Updated 22 Oct: PC VR play is recorded. Native APK footage and peer evaluation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2554034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855348-5B11-4FB8-950E-B1639793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FA9C4-4E63-49C3-81EF-D4FE5F28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5FBFE"/>
                </a:solidFill>
                <a:latin typeface="Arial"/>
                <a:ea typeface="Arial"/>
                <a:cs typeface="Arial"/>
              </a:rPr>
              <a:t>Prototype demonstration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B60C98-1D80-4305-89E9-CB167FEF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66B598-7BFB-4E87-A2E7-D9564EF9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3890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WANG HAOBIN  /  WEEK 07 MIDTERM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D7F07-4233-4045-9EF0-A68B4FD6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2937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62D53-ADB1-498E-9F7D-B97F47B7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0:00–1:00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341E87-BCAF-4E82-AAF6-6CE95599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38300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Start, read the status, open Help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6CC9AD-5DD3-474C-A57D-F0DCE63A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693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22AC1F-749D-47BF-BAB2-946ABC5C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2675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1:00–2:00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3C55D2-E292-4D0F-9802-0DA18703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52675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Walk or teleport to the repair pad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05142E-8C1E-4394-96A6-85437891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693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664125-63CA-4FAD-8586-279C21D9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2:00–3:00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9CB87-68D5-4F0B-86FA-A392E620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67050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Grip and move the energy 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D10F85-4C7E-4AC0-8F82-6DC56F1D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693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68221E-C254-4005-AC2E-362FF2A6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81425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3:00–4:00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62AAC6-2C42-49B7-AF1A-D24EDE5F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781425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Release at the socket; show the doors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3F53C7-C1D3-4FE3-8B2D-3249FC7B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693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2CC1BF-BCF5-4E44-91F4-654497C6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4:00–5:00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2705ED-22FD-42F9-B58C-8DD17251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95800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Cross to EXIT; show completion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41A573-DCCE-4A77-87D1-7178F200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693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B72641-CEF5-421B-9630-98777BDE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0175"/>
            <a:ext cx="1552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ACA"/>
                </a:solidFill>
                <a:latin typeface="Arial"/>
                <a:ea typeface="Arial"/>
                <a:cs typeface="Arial"/>
              </a:rPr>
              <a:t>5:00–6:00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DCF561-F826-44C5-969D-E8DEAE83D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10175"/>
            <a:ext cx="523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5FBF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5FBFE"/>
                </a:solidFill>
                <a:latin typeface="Arial"/>
                <a:ea typeface="Arial"/>
                <a:cs typeface="Arial"/>
              </a:rPr>
              <a:t>Reset and explain remaining checks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1FF9DE-4C7E-49B5-AD10-3AF49FF943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1661fd716450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0" y="2096095"/>
            <a:ext cx="3333750" cy="1875234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A791B3-AC2F-49C0-8F3E-EC869CC0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72E7F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2E7F4"/>
                </a:solidFill>
                <a:latin typeface="Arial"/>
                <a:ea typeface="Arial"/>
                <a:cs typeface="Arial"/>
              </a:rPr>
              <a:t>Quest 2 USB Link recording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AD4A73-E422-437F-A68B-661B0C6F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6247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54-second video with game audio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DBA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DBACA"/>
                </a:solidFill>
                <a:latin typeface="Arial"/>
                <a:ea typeface="Arial"/>
                <a:cs typeface="Arial"/>
              </a:rPr>
              <a:t>PC VR; native APK video pending</a:t>
            </a:r>
          </a:p>
        </p:txBody>
      </p:sp>
    </p:spTree>
    <p:extLst>
      <p:ext uri="{BB962C8B-B14F-4D97-AF65-F5344CB8AC3E}">
        <p14:creationId xmlns:p14="http://schemas.microsoft.com/office/powerpoint/2010/main" val="17955247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2026-10-22T06:26:39.9750000Z</dcterms:created>
  <dcterms:modified xsi:type="dcterms:W3CDTF">2026-10-22T06:26:39.9750000Z</dcterms:modified>
</coreProperties>
</file>