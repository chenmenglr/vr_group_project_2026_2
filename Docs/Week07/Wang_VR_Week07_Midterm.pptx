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4a985e53a04b09" /><Relationship Type="http://schemas.openxmlformats.org/officeDocument/2006/relationships/extended-properties" Target="/docProps/app.xml" Id="R869765c1206f42a1" /><Relationship Type="http://schemas.openxmlformats.org/officeDocument/2006/relationships/officeDocument" Target="/ppt/presentation.xml" Id="R1856609ef41544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778ac2b12d40f4"/>
  </p:sldMasterIdLst>
  <p:notesMasterIdLst>
    <p:notesMasterId xmlns:r="http://schemas.openxmlformats.org/officeDocument/2006/relationships" r:id="R57c5f3dbde844345"/>
  </p:notesMasterIdLst>
  <p:sldIdLst>
    <p:sldId xmlns:r="http://schemas.openxmlformats.org/officeDocument/2006/relationships" id="256" r:id="R10d61bf4d4e84d1d"/>
    <p:sldId xmlns:r="http://schemas.openxmlformats.org/officeDocument/2006/relationships" id="257" r:id="R3566fd485bb04b01"/>
    <p:sldId xmlns:r="http://schemas.openxmlformats.org/officeDocument/2006/relationships" id="258" r:id="R7b34ee35303a4647"/>
    <p:sldId xmlns:r="http://schemas.openxmlformats.org/officeDocument/2006/relationships" id="259" r:id="R9bebfa56ddd34b85"/>
    <p:sldId xmlns:r="http://schemas.openxmlformats.org/officeDocument/2006/relationships" id="260" r:id="R13d7f34f5e5e4796"/>
    <p:sldId xmlns:r="http://schemas.openxmlformats.org/officeDocument/2006/relationships" id="261" r:id="R58f7546393ee47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a4c316198d4fc7" /><Relationship Type="http://schemas.openxmlformats.org/officeDocument/2006/relationships/slideMaster" Target="/ppt/slideMasters/slideMaster1.xml" Id="Rae778ac2b12d40f4" /><Relationship Type="http://schemas.openxmlformats.org/officeDocument/2006/relationships/notesMaster" Target="/ppt/notesMasters/notesMaster1.xml" Id="R57c5f3dbde844345" /><Relationship Type="http://schemas.openxmlformats.org/officeDocument/2006/relationships/presProps" Target="/ppt/presProps.xml" Id="Ra4002aaccef641fd" /><Relationship Type="http://schemas.openxmlformats.org/officeDocument/2006/relationships/tableStyles" Target="/ppt/tableStyles.xml" Id="R93e7f4ebb2914dd2" /><Relationship Type="http://schemas.openxmlformats.org/officeDocument/2006/relationships/slide" Target="/ppt/slides/slide1.xml" Id="R10d61bf4d4e84d1d" /><Relationship Type="http://schemas.openxmlformats.org/officeDocument/2006/relationships/slide" Target="/ppt/slides/slide2.xml" Id="R3566fd485bb04b01" /><Relationship Type="http://schemas.openxmlformats.org/officeDocument/2006/relationships/slide" Target="/ppt/slides/slide3.xml" Id="R7b34ee35303a4647" /><Relationship Type="http://schemas.openxmlformats.org/officeDocument/2006/relationships/slide" Target="/ppt/slides/slide4.xml" Id="R9bebfa56ddd34b85" /><Relationship Type="http://schemas.openxmlformats.org/officeDocument/2006/relationships/slide" Target="/ppt/slides/slide5.xml" Id="R13d7f34f5e5e4796" /><Relationship Type="http://schemas.openxmlformats.org/officeDocument/2006/relationships/slide" Target="/ppt/slides/slide6.xml" Id="R58f7546393ee47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97433270144f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5d18a7429a41c6" /><Relationship Type="http://schemas.openxmlformats.org/officeDocument/2006/relationships/notesMaster" Target="/ppt/notesMasters/notesMaster1.xml" Id="R70b78bbebf2547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775690a23648d8" /><Relationship Type="http://schemas.openxmlformats.org/officeDocument/2006/relationships/notesMaster" Target="/ppt/notesMasters/notesMaster1.xml" Id="R60b21c8beede4f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d08de2145849bc" /><Relationship Type="http://schemas.openxmlformats.org/officeDocument/2006/relationships/notesMaster" Target="/ppt/notesMasters/notesMaster1.xml" Id="R4d269932bb7e43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c618071f1447ca" /><Relationship Type="http://schemas.openxmlformats.org/officeDocument/2006/relationships/notesMaster" Target="/ppt/notesMasters/notesMaster1.xml" Id="R64040c07874141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8497a294144dec" /><Relationship Type="http://schemas.openxmlformats.org/officeDocument/2006/relationships/notesMaster" Target="/ppt/notesMasters/notesMaster1.xml" Id="R0afe5ea1ee644b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e5ac575db54f07" /><Relationship Type="http://schemas.openxmlformats.org/officeDocument/2006/relationships/notesMaster" Target="/ppt/notesMasters/notesMaster1.xml" Id="Rd1229aec2bc249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 20 秒）：我的一人小组开发了单房间 VR 维修游戏。玩家恢复供电后穿过舱门到达出口。本页图片是 Unity Editor 场景预览，不是 Quest 实机。</a:t>
            </a:r>
          </a:p>
          <a:p xmlns:a="http://schemas.openxmlformats.org/drawingml/2006/main">
            <a:r>
              <a:t>Source: C:\Users\31797\Documents\ChatGPT\作业 3\VR_Project_2026_2\CourseValidation\Runtime\SoloStation_EditorPreview.png</a:t>
            </a:r>
          </a:p>
          <a:p xmlns:a="http://schemas.openxmlformats.org/drawingml/2006/main">
            <a:r>
              <a:t>Prior presentation visual reference: C:\Users\31797\Documents\ChatGPT\作业 3\VR_Presentation_20261008\output\Lost_Station_ZH_KO_20261008.pptx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 45 秒）：用五步解释玩法。抓取后必须在插槽附近松开，单纯接近插槽不会触发。空间站通电，舱门打开，再走到出口。</a:t>
            </a:r>
          </a:p>
          <a:p xmlns:a="http://schemas.openxmlformats.org/drawingml/2006/main">
            <a:r>
              <a:t>Source: C:\Users\31797\Documents\ChatGPT\作业 3\VR_Project_2026_2\Docs\Week07\Wang_VR_Week07_CreativeAward_Draft.docx</a:t>
            </a:r>
          </a:p>
          <a:p xmlns:a="http://schemas.openxmlformats.org/drawingml/2006/main">
            <a:r>
              <a:t>Source: C:\Users\31797\Documents\ChatGPT\作业 3\VR_Project_2026_2\Docs\Week06_UI_Peer_Test.md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 55 秒）：首次玩家可能不知道下一步操作，任务面板用英文状态和三步帮助说明目标。SHOW HELP/HIDE HELP 与 RESET MISSION 已接入场景。截图为 Unity Editor 预览，不能把它说成 Quest 测试。</a:t>
            </a:r>
          </a:p>
          <a:p xmlns:a="http://schemas.openxmlformats.org/drawingml/2006/main">
            <a:r>
              <a:t>Source: C:\Users\31797\Documents\ChatGPT\作业 3\VR_Project_2026_2\Docs\Week06_Team_Integration.md</a:t>
            </a:r>
          </a:p>
          <a:p xmlns:a="http://schemas.openxmlformats.org/drawingml/2006/main">
            <a:r>
              <a:t>Images: C:\Users\31797\Documents\ChatGPT\作业 3\VR_Project_2026_2\CourseValidation\Runtime\Week06_UI_Status_EditorPreview.png ; C:\Users\31797\Documents\ChatGPT\作业 3\VR_Project_2026_2\CourseValidation\Runtime\Week06_UI_Help_EditorPreview.png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 60 秒）：Meta XR 负责传送、抓取和射线输入；任务脚本维护四个关键状态；灯光、状态、音效、触觉响应同一流程。已记录模拟器连续流程和音效事件调用，APK 已构建，UI 结构检查通过。控制器射线点按、Quest 手感和触觉仍待真机核验。</a:t>
            </a:r>
          </a:p>
          <a:p xmlns:a="http://schemas.openxmlformats.org/drawingml/2006/main">
            <a:r>
              <a:t>Source: C:\Users\31797\Documents\ChatGPT\作业 3\VR_Project_2026_2\Docs\Week07\Wang_VR_Week07_CreativeAward_Draft.docx</a:t>
            </a:r>
          </a:p>
          <a:p xmlns:a="http://schemas.openxmlformats.org/drawingml/2006/main">
            <a:r>
              <a:t>Source: C:\Users\31797\Documents\ChatGPT\作业 3\VR_Project_2026_2\Docs\Week06_Team_Integration.md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 45 秒）：同学明天可试玩约十分钟；我会记录卡住位置、严重度，修复最重要的问题，并请同一同学做相同任务复测。Quest 也安排明天连接，此前不报告真人观察结果或真机视频。</a:t>
            </a:r>
          </a:p>
          <a:p xmlns:a="http://schemas.openxmlformats.org/drawingml/2006/main">
            <a:r>
              <a:t>Source: C:\Users\31797\Documents\ChatGPT\作业 3\VR_Project_2026_2\Docs\Week06_UI_Peer_Test.md</a:t>
            </a:r>
          </a:p>
          <a:p xmlns:a="http://schemas.openxmlformats.org/drawingml/2006/main">
            <a:r>
              <a:t>Source: C:\Users\31797\Documents\ChatGPT\作业 3\VR_Project_2026_2\Docs\Week07\Wang_VR_Week07_CreativeAward_Draft.docx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讲述建议（演示约 6 分钟）：演示时依次操作面板、传送、抓取、松开插入、开门到出口、重置。如改为录像，必须在 Quest 实机录制后使用真实画面；本页右侧只是此前 Meta XR Simulator 视频关键帧。</a:t>
            </a:r>
          </a:p>
          <a:p xmlns:a="http://schemas.openxmlformats.org/drawingml/2006/main">
            <a:r>
              <a:t>Source video frame: C:\Users\31797\Documents\ChatGPT\作业 3\VR_Presentation_20261008\media\solo_key_t19_hatch_open.png</a:t>
            </a:r>
          </a:p>
          <a:p xmlns:a="http://schemas.openxmlformats.org/drawingml/2006/main">
            <a:r>
              <a:t>Source: C:\Users\31797\Documents\ChatGPT\作业 3\VR_Project_2026_2\Docs\Week06_UI_Peer_Test.md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d88838675c410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c5f7f2154e49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6288867824458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c3200a9bfd49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abe468d5d841d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cd7f5683c642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85101A-73E7-4C2F-A766-D1EAEE949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2E05DC3-BA9D-4E4A-979D-561206C3D3B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E1AF4E1-60FE-4ADC-A3A2-65478B4178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CACE946-2053-4FFD-BE22-825A0F4DC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C8CB31A-8058-437D-B9A2-06EF85C39A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D53EA4C-EAC2-42E3-9180-663B54273C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AB276C0-8A82-4717-AA55-4BA0D3E50C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F606438-FB92-459C-BD31-F173D8D7E23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84C5E1-C2DE-4F66-9AAB-26F6649A27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102677-F2CC-467F-BCF6-A28F5C7990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0d26dbba474cb2" /><Relationship Type="http://schemas.openxmlformats.org/officeDocument/2006/relationships/slideLayout" Target="/ppt/slideLayouts/slideLayout1.xml" Id="Ra354948b63a54baa" /><Relationship Type="http://schemas.openxmlformats.org/officeDocument/2006/relationships/slideLayout" Target="/ppt/slideLayouts/slideLayout2.xml" Id="R931bc39c349d4f17" /><Relationship Type="http://schemas.openxmlformats.org/officeDocument/2006/relationships/slideLayout" Target="/ppt/slideLayouts/slideLayout3.xml" Id="R10431083746e457b" /><Relationship Type="http://schemas.openxmlformats.org/officeDocument/2006/relationships/slideLayout" Target="/ppt/slideLayouts/slideLayout4.xml" Id="R6e8de8c1374f4958" /><Relationship Type="http://schemas.openxmlformats.org/officeDocument/2006/relationships/slideLayout" Target="/ppt/slideLayouts/slideLayout5.xml" Id="Rf066a2b200ab4c75" /><Relationship Type="http://schemas.openxmlformats.org/officeDocument/2006/relationships/slideLayout" Target="/ppt/slideLayouts/slideLayout6.xml" Id="Rcbf5df8ed3764b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54948b63a54baa"/>
    <p:sldLayoutId xmlns:r="http://schemas.openxmlformats.org/officeDocument/2006/relationships" id="2147483650" r:id="R931bc39c349d4f17"/>
    <p:sldLayoutId xmlns:r="http://schemas.openxmlformats.org/officeDocument/2006/relationships" id="2147483651" r:id="R10431083746e457b"/>
    <p:sldLayoutId xmlns:r="http://schemas.openxmlformats.org/officeDocument/2006/relationships" id="2147483652" r:id="R6e8de8c1374f4958"/>
    <p:sldLayoutId xmlns:r="http://schemas.openxmlformats.org/officeDocument/2006/relationships" id="2147483653" r:id="Rf066a2b200ab4c75"/>
    <p:sldLayoutId xmlns:r="http://schemas.openxmlformats.org/officeDocument/2006/relationships" id="2147483654" r:id="Rcbf5df8ed3764b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15003e5247482f" /><Relationship Type="http://schemas.openxmlformats.org/officeDocument/2006/relationships/image" Target="/ppt/media/image.png" Id="Re281c1b4c9bb48a0" /><Relationship Type="http://schemas.openxmlformats.org/officeDocument/2006/relationships/notesSlide" Target="/ppt/notesSlides/notesSlide1.xml" Id="Rd03a578dd95d4f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083c623ba74988" /><Relationship Type="http://schemas.openxmlformats.org/officeDocument/2006/relationships/notesSlide" Target="/ppt/notesSlides/notesSlide2.xml" Id="R81825803281946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f3d1c9044e4e47" /><Relationship Type="http://schemas.openxmlformats.org/officeDocument/2006/relationships/image" Target="/ppt/media/image2.png" Id="R954af5aa6ac747f4" /><Relationship Type="http://schemas.openxmlformats.org/officeDocument/2006/relationships/image" Target="/ppt/media/image3.png" Id="Rf9eac769b78641a4" /><Relationship Type="http://schemas.openxmlformats.org/officeDocument/2006/relationships/notesSlide" Target="/ppt/notesSlides/notesSlide3.xml" Id="R176ea507066743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82f21cb0e74176" /><Relationship Type="http://schemas.openxmlformats.org/officeDocument/2006/relationships/notesSlide" Target="/ppt/notesSlides/notesSlide4.xml" Id="R5667182ca82846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8bdb34b5f64154" /><Relationship Type="http://schemas.openxmlformats.org/officeDocument/2006/relationships/notesSlide" Target="/ppt/notesSlides/notesSlide5.xml" Id="R1756d09f7e564c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618663c09f417d" /><Relationship Type="http://schemas.openxmlformats.org/officeDocument/2006/relationships/image" Target="/ppt/media/image4.png" Id="R714bfc30d79543f3" /><Relationship Type="http://schemas.openxmlformats.org/officeDocument/2006/relationships/notesSlide" Target="/ppt/notesSlides/notesSlide6.xml" Id="R173e69505ef742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8C6B73-D6C2-4D08-8ABA-EE4E6BBF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BB768-CB3A-4B24-AE42-7B9C9F64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WEEK 07 MIDTERM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51EBB0-5748-408E-BC36-44DE1F00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5381625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Lost Station</a:t>
            </a:r>
          </a:p>
          <a:p xmlns:a="http://schemas.openxmlformats.org/drawingml/2006/main">
            <a: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Restart the Hatch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E9944-264A-43F4-9085-6E7B9364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895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3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6A4D6-092D-4305-8E52-82588F5D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A one-room VR repair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A2FD03-733C-43E4-91CF-72DFBBF5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</a:t>
            </a:r>
          </a:p>
          <a:p xmlns:a="http://schemas.openxmlformats.org/drawingml/2006/main">
            <a: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Independent student group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D761E4-44AA-4257-93CA-D45D6B9C1C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1c1b4c9bb48a0"/>
          <a:stretch xmlns:a="http://schemas.openxmlformats.org/drawingml/2006/main"/>
        </p:blipFill>
        <p:spPr>
          <a:xfrm xmlns:a="http://schemas.openxmlformats.org/drawingml/2006/main">
            <a:off x="6096000" y="1864816"/>
            <a:ext cx="5476875" cy="308074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57ACA-88DB-4E02-B4C2-FCB0E43F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626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UNITY EDITOR PREVIEW  /  WEEK 05 SCENE</a:t>
            </a:r>
          </a:p>
        </p:txBody>
      </p:sp>
    </p:spTree>
    <p:extLst>
      <p:ext uri="{BB962C8B-B14F-4D97-AF65-F5344CB8AC3E}">
        <p14:creationId xmlns:p14="http://schemas.microsoft.com/office/powerpoint/2010/main" val="20730329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73ACAC-D364-4EC8-BFF5-4E1CC39B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8318F-E1B9-483A-9C7B-917AE986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One short task from power loss to exit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213AD-3D0E-43D9-A1E5-D953A60A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2FF03-9532-492C-8418-330C04F5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11A64-1B56-4FAB-9768-996723B5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274BB-98EF-4BA3-BE0E-FB5A77F4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01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The player can finish the complete loop in one room.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8ED10-68A0-4351-B479-4EAF7460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9F58A0-7377-4E0F-97C7-C99E4596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9F6FE-E7E3-4D58-B27B-66DC5AA1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TELEPORT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07FC1-751F-437B-9ED1-E2036177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Move to the blue repair pad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2780D1-7EA4-4188-B3F7-D5E2C15D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586198-36DF-4E3E-A18E-53C1713B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3A260-2667-4B39-895D-664B5305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GRAB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924774-5E26-4A78-94B7-A4EC063C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Pick up the cyan 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3A4601-3CFD-400A-82E6-00FD7404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4D7036-066D-4A65-823A-497BBAC3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6657FE-995F-4438-9D19-DDBF8769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INSERT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A884C1-4970-4349-BFD3-A26974B0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Release it by the orange socket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AAC44-417A-4FB3-A232-E63BEFFA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D7D6D0-56BA-4772-BE10-F0898149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5AEBF8-3DA8-475D-A822-DA326B3B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11F43E-D703-4699-9F73-243FEAC0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Watch the powered hatch rise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879568-6A88-4EE8-8B89-043DE0C6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E555C9-F0B8-49A2-ACE0-DA2F3E06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DFCEC-FB60-43D4-9CAE-54EFCF05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EXIT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A2C788-3076-47C6-8A9A-0539DCA9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Cross the doorway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510425-7401-496E-A7C5-339AE574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DCA174-52D8-4D85-9D6B-464D1F77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Interaction rule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6283B6-FC0E-412C-932C-976D0937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67250"/>
            <a:ext cx="7953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The core must be grabbed, then released close to the socket.</a:t>
            </a:r>
          </a:p>
          <a:p xmlns:a="http://schemas.openxmlformats.org/drawingml/2006/main">
            <a: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Power changes the indicator and opens the hatch.</a:t>
            </a:r>
          </a:p>
        </p:txBody>
      </p:sp>
    </p:spTree>
    <p:extLst>
      <p:ext uri="{BB962C8B-B14F-4D97-AF65-F5344CB8AC3E}">
        <p14:creationId xmlns:p14="http://schemas.microsoft.com/office/powerpoint/2010/main" val="3264982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AC2AB-8E92-4948-BA19-66406BEA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F716D-5C14-4A43-B984-B340A6DC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Mission Console makes the next step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19A08-32B5-4313-B601-B8644FD6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3B604-0B80-4C94-89EA-33205FD0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3A859-975F-4FDE-B0EC-ACA19672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53A1-18C6-4B1A-B099-8F41B35F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English status, help and reset controls were added to the world-space panel.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90A7B-17B4-4471-8C34-4508CE62A6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af5aa6ac747f4"/>
          <a:stretch xmlns:a="http://schemas.openxmlformats.org/drawingml/2006/main"/>
        </p:blipFill>
        <p:spPr>
          <a:xfrm xmlns:a="http://schemas.openxmlformats.org/drawingml/2006/main">
            <a:off x="667279" y="2124075"/>
            <a:ext cx="5113867" cy="287655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C42BC-856F-40AB-9031-C12CFAFFE6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ac769b78641a4"/>
          <a:stretch xmlns:a="http://schemas.openxmlformats.org/drawingml/2006/main"/>
        </p:blipFill>
        <p:spPr>
          <a:xfrm xmlns:a="http://schemas.openxmlformats.org/drawingml/2006/main">
            <a:off x="6410854" y="2124075"/>
            <a:ext cx="5113867" cy="2876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E36EDD-858D-457F-9CF0-E2C1B056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5114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INITIAL 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5BAA0-C0FD-4D4E-B739-799AB508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5153025"/>
            <a:ext cx="5114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HELP EXPANDED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2B290-74AA-4199-B3F8-791509EA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Unity Editor previews. Ray-button clicks and headset readability still require Play and Quest checks.</a:t>
            </a:r>
          </a:p>
        </p:txBody>
      </p:sp>
    </p:spTree>
    <p:extLst>
      <p:ext uri="{BB962C8B-B14F-4D97-AF65-F5344CB8AC3E}">
        <p14:creationId xmlns:p14="http://schemas.microsoft.com/office/powerpoint/2010/main" val="12570765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2397E-07FC-4FFD-8153-12057DEA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915F0E-C11C-4626-B062-28385F3E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One mission state connects input and feedback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B9A20-0B48-4D81-8643-42EA790E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45362-5ACA-4490-97C3-73303441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5BBE8-5FA4-44FA-A02E-59D6A3FA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747E2-303F-4066-BF5E-EE8AE814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821D0-6D29-4499-815A-459CFFC7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7335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Mission state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E2DD5-2608-45ED-8DBF-AE4D7E31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17335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Feedback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364BC-CF2C-4556-82BF-6AEC7D47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0275"/>
            <a:ext cx="2714625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7D897-F13D-45BB-9997-4820E661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190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Meta XR rig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Controller teleport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Grip grab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Ray UI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047E6D-8E71-4CFA-87F3-2A254717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00275"/>
            <a:ext cx="3305175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7D9C22-15C0-49ED-911A-250E00FA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00300"/>
            <a:ext cx="27813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Core grabbed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Core released at socket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Hatch open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Exit reached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38B80A-67FF-484F-8015-5F5FE68B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200275"/>
            <a:ext cx="3609975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3BD3D-6348-47E0-AA72-FBDA3F8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0300"/>
            <a:ext cx="3048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Status and help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Indicator light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Spatial audio</a:t>
            </a:r>
          </a:p>
          <a:p xmlns:a="http://schemas.openxmlformats.org/drawingml/2006/main">
            <a:pPr algn="l">
              <a:defRPr sz="180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Haptic 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7B0DE3-A42E-4EB9-B648-9D286744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14650"/>
            <a:ext cx="276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defPPr>
            <a:lvl1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1pPr>
            <a:lvl2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2pPr>
            <a:lvl3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3pPr>
            <a:lvl4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4pPr>
            <a:lvl5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5pPr>
            <a:lvl6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6pPr>
            <a:lvl7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7pPr>
            <a:lvl8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8pPr>
            <a:lvl9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831B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E29557-BD2B-4F48-98CE-B2FDBA04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14650"/>
            <a:ext cx="276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defPPr>
            <a:lvl1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1pPr>
            <a:lvl2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2pPr>
            <a:lvl3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3pPr>
            <a:lvl4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4pPr>
            <a:lvl5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5pPr>
            <a:lvl6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6pPr>
            <a:lvl7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7pPr>
            <a:lvl8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8pPr>
            <a:lvl9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831B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B82103-169A-4E65-9CBB-E4C72320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F0734-0867-42CB-A06F-49F7F234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2171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Checked so far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E91388-9DD5-4C45-B4B4-14CBA849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752975"/>
            <a:ext cx="8096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Simulator mission path and audio calls; Android APK build; UI scene and prefab structure.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8CE135-D390-4262-BF72-78DC433A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53075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Pending: controller-ray UI clicks in Play, Quest feel, headset audio and haptics.</a:t>
            </a:r>
          </a:p>
        </p:txBody>
      </p:sp>
    </p:spTree>
    <p:extLst>
      <p:ext uri="{BB962C8B-B14F-4D97-AF65-F5344CB8AC3E}">
        <p14:creationId xmlns:p14="http://schemas.microsoft.com/office/powerpoint/2010/main" val="8000934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65EE8A-4AEB-427F-BA15-0A4F20CB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F6033E-F8BE-456B-AE67-867D068F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Next checks use a peer and a Quest headset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52347-A23D-4C85-9B3A-C00B4411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03F5A-C76B-441E-8B7A-2C9996DE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BF674-6AEB-4F81-9C8A-45B71FC2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E16DA5-D8B6-490C-9E85-A5591C29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5219700" cy="36290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BABF5-6775-49AB-BEFA-1B9CB4EC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38300"/>
            <a:ext cx="5219700" cy="36290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15014-836F-4E29-A94C-06170FDA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10-MINUTE FIRST-USE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25A2B3-03AA-4904-9CFF-3A198F34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One classmate attempts the complete task without step-by-step coaching.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64FE2-FC53-4052-A62A-D0F4797A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4552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Record pauses, requests for help, button use and completion. Fix the highest-priority issue, then retest the same task.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F2051-3454-4F8A-BAC3-D533D8D4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924050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831B"/>
                </a:solidFill>
                <a:latin typeface="Arial"/>
                <a:ea typeface="Arial"/>
                <a:cs typeface="Arial"/>
              </a:rPr>
              <a:t>QUEST DEVICE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45305-F6D1-44CF-8A14-72B4A68D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95550"/>
            <a:ext cx="46386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Install the Week 07 APK and replay the task with controllers.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DBE84D-8D22-4BBC-A99A-E1B1D1FC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638550"/>
            <a:ext cx="45624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Check panel readability, teleport, grip, sound, vibration and comfort. Record the real-headset playthrough after verification.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8700D-45DE-4789-9157-C8D517DD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As of 20 Oct: peer observations and Quest footage have not yet been collected.</a:t>
            </a:r>
          </a:p>
        </p:txBody>
      </p:sp>
    </p:spTree>
    <p:extLst>
      <p:ext uri="{BB962C8B-B14F-4D97-AF65-F5344CB8AC3E}">
        <p14:creationId xmlns:p14="http://schemas.microsoft.com/office/powerpoint/2010/main" val="5848702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79C4F4-E166-4348-9E81-4149701C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D24D78-A4C3-4369-97CC-5FE0D773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Six-minute live demo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A6F22-B568-4650-810B-513BFEF7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B2A21-AAB3-4CCE-BD6F-2105EEF9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4ADE7-7679-40C1-A91B-1E635787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2A7D1-15EE-47D9-B5F4-A93044D0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0:00–1:00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DA5CD5-4835-48EC-BE57-B1504D29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38300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Start, read the status, open Help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4C653-A120-48A0-9DB2-F4AC629D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04655-4DDA-4A0F-8016-701F25B6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2675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1:00–2:00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40AED-46BE-4EEC-8DF2-8A4E8D09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52675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Teleport to the repair pad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8C049-030B-4954-A4CC-4AE38FA4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11B89-AD86-4249-A357-5E60E0C9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2:00–3:00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569AD-C576-46DA-A67A-89218275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67050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Grip and move the energy 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33D56-DBF7-4F90-9670-4AC86D14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F3A99D-6541-497B-9703-4996E176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81425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3:00–4:00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E86CC-0675-4107-A04A-2307D4F4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81425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Release at the socket; show the hatch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2C714-0476-4971-9BB0-BA588787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40BF4-C7CB-41BF-8660-18C306F2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4:00–5:00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363450-925C-48A0-AA47-ED9A9A61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95800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Cross to EXIT; show completion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BE0013-6F70-4323-B355-DFFC1669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8A9343-429A-4D48-955C-46533B9E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0175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5:00–6:00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2B7B9B-342C-4268-88FF-33237C9D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10175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Reset and answer questions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808115-E329-4502-A438-68091A53C4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bfc30d79543f3"/>
          <a:stretch xmlns:a="http://schemas.openxmlformats.org/drawingml/2006/main"/>
        </p:blipFill>
        <p:spPr>
          <a:xfrm xmlns:a="http://schemas.openxmlformats.org/drawingml/2006/main">
            <a:off x="8096250" y="2096095"/>
            <a:ext cx="3333750" cy="1875234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01DDBC-81D8-434B-9A07-BFC71D16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Earlier simulator video still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9D2B7-BDB9-4A27-91D5-47E3AB66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6247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Quest recording follows the device test.</a:t>
            </a:r>
          </a:p>
        </p:txBody>
      </p:sp>
    </p:spTree>
    <p:extLst>
      <p:ext uri="{BB962C8B-B14F-4D97-AF65-F5344CB8AC3E}">
        <p14:creationId xmlns:p14="http://schemas.microsoft.com/office/powerpoint/2010/main" val="16188789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2026-10-20T10:25:30.6960000Z</dcterms:created>
  <dcterms:modified xsi:type="dcterms:W3CDTF">2026-10-20T10:25:30.6960000Z</dcterms:modified>
</coreProperties>
</file>