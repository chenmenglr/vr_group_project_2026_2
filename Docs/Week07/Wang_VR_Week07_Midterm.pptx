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747cdcc955492e" /><Relationship Type="http://schemas.openxmlformats.org/officeDocument/2006/relationships/extended-properties" Target="/docProps/app.xml" Id="R9db060351e4e4ad9" /><Relationship Type="http://schemas.openxmlformats.org/officeDocument/2006/relationships/officeDocument" Target="/ppt/presentation.xml" Id="R2f699f160f6b49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99805b0d24ad2"/>
  </p:sldMasterIdLst>
  <p:notesMasterIdLst>
    <p:notesMasterId xmlns:r="http://schemas.openxmlformats.org/officeDocument/2006/relationships" r:id="R13cf3b1392fe461c"/>
  </p:notesMasterIdLst>
  <p:sldIdLst>
    <p:sldId xmlns:r="http://schemas.openxmlformats.org/officeDocument/2006/relationships" id="256" r:id="R7aa8583837f84b9c"/>
    <p:sldId xmlns:r="http://schemas.openxmlformats.org/officeDocument/2006/relationships" id="257" r:id="Ra76ba9d2f57c48c4"/>
    <p:sldId xmlns:r="http://schemas.openxmlformats.org/officeDocument/2006/relationships" id="258" r:id="R345770580d0e4bdc"/>
    <p:sldId xmlns:r="http://schemas.openxmlformats.org/officeDocument/2006/relationships" id="259" r:id="Ra289dae934c24c8f"/>
    <p:sldId xmlns:r="http://schemas.openxmlformats.org/officeDocument/2006/relationships" id="260" r:id="R82b4818c306040e0"/>
    <p:sldId xmlns:r="http://schemas.openxmlformats.org/officeDocument/2006/relationships" id="261" r:id="R1cbc1304c1034d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9133114c94115" /><Relationship Type="http://schemas.openxmlformats.org/officeDocument/2006/relationships/slideMaster" Target="/ppt/slideMasters/slideMaster1.xml" Id="Rfe099805b0d24ad2" /><Relationship Type="http://schemas.openxmlformats.org/officeDocument/2006/relationships/notesMaster" Target="/ppt/notesMasters/notesMaster1.xml" Id="R13cf3b1392fe461c" /><Relationship Type="http://schemas.openxmlformats.org/officeDocument/2006/relationships/presProps" Target="/ppt/presProps.xml" Id="R5c32fe92584543fb" /><Relationship Type="http://schemas.openxmlformats.org/officeDocument/2006/relationships/tableStyles" Target="/ppt/tableStyles.xml" Id="Ra74d882ed0a247cc" /><Relationship Type="http://schemas.openxmlformats.org/officeDocument/2006/relationships/slide" Target="/ppt/slides/slide1.xml" Id="R7aa8583837f84b9c" /><Relationship Type="http://schemas.openxmlformats.org/officeDocument/2006/relationships/slide" Target="/ppt/slides/slide2.xml" Id="Ra76ba9d2f57c48c4" /><Relationship Type="http://schemas.openxmlformats.org/officeDocument/2006/relationships/slide" Target="/ppt/slides/slide3.xml" Id="R345770580d0e4bdc" /><Relationship Type="http://schemas.openxmlformats.org/officeDocument/2006/relationships/slide" Target="/ppt/slides/slide4.xml" Id="Ra289dae934c24c8f" /><Relationship Type="http://schemas.openxmlformats.org/officeDocument/2006/relationships/slide" Target="/ppt/slides/slide5.xml" Id="R82b4818c306040e0" /><Relationship Type="http://schemas.openxmlformats.org/officeDocument/2006/relationships/slide" Target="/ppt/slides/slide6.xml" Id="R1cbc1304c1034d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2317432f640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2eb4c209684a46" /><Relationship Type="http://schemas.openxmlformats.org/officeDocument/2006/relationships/notesMaster" Target="/ppt/notesMasters/notesMaster1.xml" Id="R5e021210aaaf4f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c778fbd3d1453f" /><Relationship Type="http://schemas.openxmlformats.org/officeDocument/2006/relationships/notesMaster" Target="/ppt/notesMasters/notesMaster1.xml" Id="Rf1b6f9264539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3ae7a4a8714250" /><Relationship Type="http://schemas.openxmlformats.org/officeDocument/2006/relationships/notesMaster" Target="/ppt/notesMasters/notesMaster1.xml" Id="Rc04f7f44b383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9f95985124439" /><Relationship Type="http://schemas.openxmlformats.org/officeDocument/2006/relationships/notesMaster" Target="/ppt/notesMasters/notesMaster1.xml" Id="R51913089cca44b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a015033c745f9" /><Relationship Type="http://schemas.openxmlformats.org/officeDocument/2006/relationships/notesMaster" Target="/ppt/notesMasters/notesMaster1.xml" Id="Rae6b880b6be2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05fe39794c4661" /><Relationship Type="http://schemas.openxmlformats.org/officeDocument/2006/relationships/notesMaster" Target="/ppt/notesMasters/notesMaster1.xml" Id="Rf51b57c8ce50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讲述建议（约 20 秒）：我的一人小组开发了单房间 VR 维修游戏。玩家恢复供电后穿过舱门到达出口。第七周更新了笼架式能量核心、配套夹爪插槽和分段双门动画。本页图片是 Unity Editor 场景预览，不是 Quest 实机。</a:t>
            </a:r>
          </a:p>
          <a:p xmlns:a="http://schemas.openxmlformats.org/drawingml/2006/main">
            <a:r>
              <a:t>Source: C:\Users\31797\Documents\ChatGPT\作业 3\VR_Project_2026_2\CourseValidation\Runtime\Week07_Station_EditorPreview.png</a:t>
            </a:r>
          </a:p>
          <a:p xmlns:a="http://schemas.openxmlformats.org/drawingml/2006/main">
            <a:r>
              <a:t>Prior presentation visual reference: C:\Users\31797\Documents\ChatGPT\作业 3\VR_Presentation_20261008\output\Lost_Station_ZH_KO_20261008.pptx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讲述建议（约 45 秒）：用五步解释玩法。抓取后必须在插槽附近松开，单纯接近插槽不会触发。三只夹爪固定核心，门锁缩回，双门滑开，通行灯变绿，再走到出口。完整开门动画的实现时长为 2.65 秒。</a:t>
            </a:r>
          </a:p>
          <a:p xmlns:a="http://schemas.openxmlformats.org/drawingml/2006/main">
            <a:r>
              <a:t>Source: C:\Users\31797\Documents\ChatGPT\作业 3\VR_Project_2026_2\Assets\02_Scripts\SpaceStationMission.cs</a:t>
            </a:r>
          </a:p>
          <a:p xmlns:a="http://schemas.openxmlformats.org/drawingml/2006/main">
            <a:r>
              <a:t>Source: C:\Users\31797\Documents\ChatGPT\作业 3\VR_Project_2026_2\Assets\02_Scripts\SpaceStationHardware.cs</a:t>
            </a:r>
          </a:p>
          <a:p xmlns:a="http://schemas.openxmlformats.org/drawingml/2006/main">
            <a:r>
              <a:t>Source: C:\Users\31797\Documents\ChatGPT\作业 3\VR_Project_2026_2\Docs\Week06_UI_Peer_Test.md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讲述建议（约 55 秒）：首次玩家可能不知道下一步操作，任务面板用英文状态和三步帮助说明目标。SHOW HELP/HIDE HELP 与 RESET MISSION 已接入场景。截图为 Unity Editor 预览，不能把它说成 Quest 测试。</a:t>
            </a:r>
          </a:p>
          <a:p xmlns:a="http://schemas.openxmlformats.org/drawingml/2006/main">
            <a:r>
              <a:t>Source: C:\Users\31797\Documents\ChatGPT\作业 3\VR_Project_2026_2\Docs\Week06_Team_Integration.md</a:t>
            </a:r>
          </a:p>
          <a:p xmlns:a="http://schemas.openxmlformats.org/drawingml/2006/main">
            <a:r>
              <a:t>Images: C:\Users\31797\Documents\ChatGPT\作业 3\VR_Project_2026_2\CourseValidation\Runtime\Week06_UI_Status_EditorPreview.png ; C:\Users\31797\Documents\ChatGPT\作业 3\VR_Project_2026_2\CourseValidation\Runtime\Week06_UI_Help_EditorPreview.png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讲述建议（约 60 秒）：Meta XR 仍负责传送、抓取和射线输入。任务状态连接任务面板与硬件反馈。本周将小球改为带金属笼架和青色晶体的 E-07 核心，配套插槽带三只夹爪和分段灯环。完整开门过程实现为 2.65 秒，依次固定核心、缩回锁扣、双门向两侧滑开、通行灯变绿，并播放机械音效。图中为 Unity Editor 预览，不能视为实际控制器、Quest 性能或触觉测试结果。</a:t>
            </a:r>
          </a:p>
          <a:p xmlns:a="http://schemas.openxmlformats.org/drawingml/2006/main">
            <a:r>
              <a:t>Source: C:\Users\31797\Documents\ChatGPT\作业 3\VR_Project_2026_2\Assets\02_Scripts\SpaceStationHardware.cs</a:t>
            </a:r>
          </a:p>
          <a:p xmlns:a="http://schemas.openxmlformats.org/drawingml/2006/main">
            <a:r>
              <a:t>Source: C:\Users\31797\Documents\ChatGPT\作业 3\VR_Project_2026_2\Assets\Editor\StationHardwareBuilder.cs</a:t>
            </a:r>
          </a:p>
          <a:p xmlns:a="http://schemas.openxmlformats.org/drawingml/2006/main">
            <a:r>
              <a:t>Image: C:\Users\31797\Documents\ChatGPT\作业 3\VR_Project_2026_2\CourseValidation\Runtime\Week07_CoreDock_EditorPreview.png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讲述建议（约 45 秒）：同学明天可试玩约十分钟；我会记录卡住位置、严重度，修复最重要的问题，并请同一同学做相同任务复测。Quest 也安排明天连接，此前不报告真人观察结果或真机视频。</a:t>
            </a:r>
          </a:p>
          <a:p xmlns:a="http://schemas.openxmlformats.org/drawingml/2006/main">
            <a:r>
              <a:t>Source: C:\Users\31797\Documents\ChatGPT\作业 3\VR_Project_2026_2\Docs\Week06_UI_Peer_Test.md</a:t>
            </a:r>
          </a:p>
          <a:p xmlns:a="http://schemas.openxmlformats.org/drawingml/2006/main">
            <a:r>
              <a:t>Source: C:\Users\31797\Documents\ChatGPT\作业 3\VR_Project_2026_2\Docs\Week07\Wang_VR_Week07_CreativeAward_Draft.docx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讲述建议（演示约 6 分钟）：演示时依次操作面板、传送、抓取、松开插入、观看夹爪与双门动画、到出口、重置。如改为录像，必须在 Quest 实机录制后使用真实画面。本页右侧是当前双门完全打开时的 Unity Editor 预览，不是视频帧，也不是 Quest 实机。</a:t>
            </a:r>
          </a:p>
          <a:p xmlns:a="http://schemas.openxmlformats.org/drawingml/2006/main">
            <a:r>
              <a:t>Image: C:\Users\31797\Documents\ChatGPT\作业 3\VR_Project_2026_2\CourseValidation\Runtime\Week07_AirlockOpen_EditorPreview.png</a:t>
            </a:r>
          </a:p>
          <a:p xmlns:a="http://schemas.openxmlformats.org/drawingml/2006/main">
            <a:r>
              <a:t>Source: C:\Users\31797\Documents\ChatGPT\作业 3\VR_Project_2026_2\Docs\Week06_UI_Peer_Test.md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05dd2c57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4653a2c5443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4d25f1a5546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385816b6649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df841b3c14b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73f515f1344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F4E5B7-F277-441B-8987-46102F699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090BBB-E278-431C-97B4-C8E02236EE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80490C-6EB1-408F-BE43-475A8C8E9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3DEA9E-9ECE-41FF-8073-6DC48B5C9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B7FB47-6DA9-44FC-8DAC-C1DF6080E2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AC9F75-5226-4FEC-BC7B-D9C82C005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84E02E-A5B8-43E0-9153-ABC1EF6158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369C22-3B3F-40F2-A8E7-ADC03A5B02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EEA8C8-92C0-4CCB-AAC0-1E752A5D3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11CE82-CF88-486E-BCD7-04DBC1CA6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a4e9cff224109" /><Relationship Type="http://schemas.openxmlformats.org/officeDocument/2006/relationships/slideLayout" Target="/ppt/slideLayouts/slideLayout1.xml" Id="R925c8f53bb7d4470" /><Relationship Type="http://schemas.openxmlformats.org/officeDocument/2006/relationships/slideLayout" Target="/ppt/slideLayouts/slideLayout2.xml" Id="R505722ad65284e6f" /><Relationship Type="http://schemas.openxmlformats.org/officeDocument/2006/relationships/slideLayout" Target="/ppt/slideLayouts/slideLayout3.xml" Id="R3ea7d4079d044cb8" /><Relationship Type="http://schemas.openxmlformats.org/officeDocument/2006/relationships/slideLayout" Target="/ppt/slideLayouts/slideLayout4.xml" Id="Rc8e1de56e6714e5e" /><Relationship Type="http://schemas.openxmlformats.org/officeDocument/2006/relationships/slideLayout" Target="/ppt/slideLayouts/slideLayout5.xml" Id="Ra7b381510b944a2c" /><Relationship Type="http://schemas.openxmlformats.org/officeDocument/2006/relationships/slideLayout" Target="/ppt/slideLayouts/slideLayout6.xml" Id="R43a64591fe4d44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c8f53bb7d4470"/>
    <p:sldLayoutId xmlns:r="http://schemas.openxmlformats.org/officeDocument/2006/relationships" id="2147483650" r:id="R505722ad65284e6f"/>
    <p:sldLayoutId xmlns:r="http://schemas.openxmlformats.org/officeDocument/2006/relationships" id="2147483651" r:id="R3ea7d4079d044cb8"/>
    <p:sldLayoutId xmlns:r="http://schemas.openxmlformats.org/officeDocument/2006/relationships" id="2147483652" r:id="Rc8e1de56e6714e5e"/>
    <p:sldLayoutId xmlns:r="http://schemas.openxmlformats.org/officeDocument/2006/relationships" id="2147483653" r:id="Ra7b381510b944a2c"/>
    <p:sldLayoutId xmlns:r="http://schemas.openxmlformats.org/officeDocument/2006/relationships" id="2147483654" r:id="R43a64591fe4d44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4edee92d3465b" /><Relationship Type="http://schemas.openxmlformats.org/officeDocument/2006/relationships/image" Target="/ppt/media/image.png" Id="Raea5678f746d4627" /><Relationship Type="http://schemas.openxmlformats.org/officeDocument/2006/relationships/notesSlide" Target="/ppt/notesSlides/notesSlide1.xml" Id="R0b3a3ee2b48044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00537cba54907" /><Relationship Type="http://schemas.openxmlformats.org/officeDocument/2006/relationships/notesSlide" Target="/ppt/notesSlides/notesSlide2.xml" Id="R53edcb18764d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55074612240d7" /><Relationship Type="http://schemas.openxmlformats.org/officeDocument/2006/relationships/image" Target="/ppt/media/image2.png" Id="R613fff0b0fe74f61" /><Relationship Type="http://schemas.openxmlformats.org/officeDocument/2006/relationships/image" Target="/ppt/media/image3.png" Id="Rcf8c568b04884df3" /><Relationship Type="http://schemas.openxmlformats.org/officeDocument/2006/relationships/notesSlide" Target="/ppt/notesSlides/notesSlide3.xml" Id="R4e204b05b40c48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f57bfe3d340aa" /><Relationship Type="http://schemas.openxmlformats.org/officeDocument/2006/relationships/image" Target="/ppt/media/image4.png" Id="R51a24679f09d47ec" /><Relationship Type="http://schemas.openxmlformats.org/officeDocument/2006/relationships/notesSlide" Target="/ppt/notesSlides/notesSlide4.xml" Id="R9359f035c65a49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b348297024a9b" /><Relationship Type="http://schemas.openxmlformats.org/officeDocument/2006/relationships/notesSlide" Target="/ppt/notesSlides/notesSlide5.xml" Id="Re113096602814b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03cf12deb4e91" /><Relationship Type="http://schemas.openxmlformats.org/officeDocument/2006/relationships/image" Target="/ppt/media/image5.png" Id="Rec0d3d1fd8aa4257" /><Relationship Type="http://schemas.openxmlformats.org/officeDocument/2006/relationships/notesSlide" Target="/ppt/notesSlides/notesSlide6.xml" Id="R6530ae5c54684b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E53F7-C1CA-4B9B-A3ED-C78CDE6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5CD21-2D2D-48F7-ADD2-893C0CD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WEEK 07 MIDTERM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A1A4A-4A31-4061-B839-023A079F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3816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Lost Station</a:t>
            </a:r>
          </a:p>
          <a:p xmlns:a="http://schemas.openxmlformats.org/drawingml/2006/main">
            <a:pPr algn="l">
              <a:defRPr sz="4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Restart the Hatch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50725-8696-4029-8AE4-43BD1E8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5E68F-33A9-49D0-8CC9-E88E784B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A one-room VR repair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F2679-DD30-4809-8114-66366B82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Wang Haobin</a:t>
            </a:r>
          </a:p>
          <a:p xmlns:a="http://schemas.openxmlformats.org/drawingml/2006/main">
            <a:pPr algn="l">
              <a:defRPr sz="142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Independent student group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336D-A99A-4616-A3F3-8733886BC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5678f746d4627"/>
          <a:stretch xmlns:a="http://schemas.openxmlformats.org/drawingml/2006/main"/>
        </p:blipFill>
        <p:spPr>
          <a:xfrm xmlns:a="http://schemas.openxmlformats.org/drawingml/2006/main">
            <a:off x="6096000" y="1864816"/>
            <a:ext cx="5476875" cy="30807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B057A-A9C9-461D-B314-050D06A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6262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UNITY EDITOR PREVIEW  /  WEEK 07 HARDWARE</a:t>
            </a:r>
          </a:p>
        </p:txBody>
      </p:sp>
    </p:spTree>
    <p:extLst>
      <p:ext uri="{BB962C8B-B14F-4D97-AF65-F5344CB8AC3E}">
        <p14:creationId xmlns:p14="http://schemas.microsoft.com/office/powerpoint/2010/main" val="697602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4197F-747F-4A92-9ECD-27566A4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971B0-10FC-47A1-BE63-1278FEB1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One short task from power loss to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6032F-FADE-41E1-9C63-CFB7075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9B516-149C-429D-8D1B-C2D1FEE1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WANG HAOBIN  /  WEEK 07 MIDTERM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41163-D022-41FE-BE68-2159214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A6226-B02E-4F72-875B-490DA8D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The player can finish the complete loop in one room.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63773-440D-4433-8EF4-FD64D78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EE0C8-B508-40A3-9CF3-5E47022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4091C-9F92-44B5-A5FC-3BFB6086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TELEPORT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EA93E-A708-4EBE-8AE9-DAA8493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Move to the blue repair pad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59321-EA58-436A-BE9A-55CBD86E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2FE7-BFDC-4298-9F14-135D0AF0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288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BE567-6D1B-455C-8ECB-372754B3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GRAB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A62B9-0213-4928-8598-AE6A54C8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813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Pick up the E-07 energy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2FCEF-1AEF-48A9-BDC3-60643C44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2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ADCA-F5A7-4E51-9B28-C6BEBDB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288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6BC9C-8C3A-4191-AE76-83DE4A6C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AE886-01CD-48BC-B467-6DF4486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813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Release it at the amber coupler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E6C9C-3DA8-440C-A9EF-C2FC0EB5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62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4578F-1B69-4B09-AC8F-D9A2EB7C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288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B2CC3-A90C-4C2F-A94F-FFF3C68D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003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65C08-250F-4B50-8114-D1448E2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813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Watch both door panels slide apart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2C5ED-114E-43D2-BCB2-B656AAA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62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B91D1-9A16-45C8-8C2B-285191F5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288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035EE-0252-4174-9F62-438CD5F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E97F0-ACC8-4802-8102-0E7D285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813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Cross the doorway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2E841-E0A3-486B-AE90-1416C75B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75957-AB66-41F4-9471-DA15BDFC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Interaction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197D6-751C-4E71-9AE5-9833F3EC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The core must be grabbed, then released close to the socket.</a:t>
            </a:r>
          </a:p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The clamps engage, the locks retract, and both doors open.</a:t>
            </a:r>
          </a:p>
        </p:txBody>
      </p:sp>
    </p:spTree>
    <p:extLst>
      <p:ext uri="{BB962C8B-B14F-4D97-AF65-F5344CB8AC3E}">
        <p14:creationId xmlns:p14="http://schemas.microsoft.com/office/powerpoint/2010/main" val="410288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D368F-2C8F-486A-94EF-FF0F8FAD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B5CBA-33F7-4288-B494-2DF3140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Mission Console makes the next step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3137D-9A8D-46E5-82D8-13F8EB07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DF68B-75C1-4170-BFD3-AA32B7A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WANG HAOBIN  /  WEEK 07 MIDTERM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A4166-C9BD-432A-A096-85494374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1433A-DB8E-4329-8881-EE9051E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English status, help and reset controls were added to the world-space panel.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BA73D-B216-42DC-8204-C8045D4BA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fff0b0fe74f61"/>
          <a:stretch xmlns:a="http://schemas.openxmlformats.org/drawingml/2006/main"/>
        </p:blipFill>
        <p:spPr>
          <a:xfrm xmlns:a="http://schemas.openxmlformats.org/drawingml/2006/main">
            <a:off x="667279" y="2124075"/>
            <a:ext cx="5113867" cy="28765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91E0B-107A-4B2E-B6C9-1B3F67F2E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c568b04884df3"/>
          <a:stretch xmlns:a="http://schemas.openxmlformats.org/drawingml/2006/main"/>
        </p:blipFill>
        <p:spPr>
          <a:xfrm xmlns:a="http://schemas.openxmlformats.org/drawingml/2006/main">
            <a:off x="6410854" y="2124075"/>
            <a:ext cx="5113867" cy="2876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29290-B065-47EA-8CAF-71F61E18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511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INITIAL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ADDB4-73FE-4D48-AF98-2D52A7C7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153025"/>
            <a:ext cx="511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HELP EXPANDED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56C06-9817-4EA3-9CE1-F725424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Unity Editor previews. Ray-button clicks and headset readability still require Play and Quest checks.</a:t>
            </a:r>
          </a:p>
        </p:txBody>
      </p:sp>
    </p:spTree>
    <p:extLst>
      <p:ext uri="{BB962C8B-B14F-4D97-AF65-F5344CB8AC3E}">
        <p14:creationId xmlns:p14="http://schemas.microsoft.com/office/powerpoint/2010/main" val="1911076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10E8E-E28A-4DC9-8F82-C1D0ADE9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7CEDB-CBC0-4F56-B15D-E58F113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Core, coupler and airlock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9E59A-D3E7-4410-907C-E259F5E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4AC6B-560F-44EA-AB65-1D041C03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WANG HAOBIN  /  WEEK 07 MIDTERM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0975-E00E-4EDD-8566-5CED2B7A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355CE-FDCB-4D90-9E0C-9E2DA61D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E-07 ENERGY CORE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DA2B8-8ED4-4106-A017-677D70E80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24679f09d47ec"/>
          <a:stretch xmlns:a="http://schemas.openxmlformats.org/drawingml/2006/main"/>
        </p:blipFill>
        <p:spPr>
          <a:xfrm xmlns:a="http://schemas.openxmlformats.org/drawingml/2006/main">
            <a:off x="666750" y="2125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4FC61-1357-4306-BAA0-B31966FD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Metal cage, cyan crystal and three-clamp coupler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0FA1E-D3AA-4752-8529-6329DB35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Unity Editor preview. Quest handling remains pending.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C1AF6-5618-41E8-99DC-FBA14E0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2.65-SECOND OPENING SEQUENCE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3952E-E5FF-4755-A7E4-45A10A4D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4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1   Clamps secure the core</a:t>
            </a:r>
          </a:p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2   Door locks retract</a:t>
            </a:r>
          </a:p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3   Twin panels slide apart</a:t>
            </a:r>
          </a:p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4   Passage lights turn green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DC79E-CDA6-43BE-B468-BEAE137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11B16-E2AC-46AD-ACD6-3575E08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One mission state drives the status panel,</a:t>
            </a:r>
          </a:p>
          <a:p xmlns:a="http://schemas.openxmlformats.org/drawingml/2006/main">
            <a:pPr algn="l">
              <a:defRPr sz="1650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indicator lights and mechanism audio.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68BC1-5D19-4941-A9C1-358970D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81625"/>
            <a:ext cx="5143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Implemented in Unity. This image shows the Editor preview; runtime and device checks are separate.</a:t>
            </a:r>
          </a:p>
        </p:txBody>
      </p:sp>
    </p:spTree>
    <p:extLst>
      <p:ext uri="{BB962C8B-B14F-4D97-AF65-F5344CB8AC3E}">
        <p14:creationId xmlns:p14="http://schemas.microsoft.com/office/powerpoint/2010/main" val="800734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35501-C8E0-463C-8EA0-4F56818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9FA3E-9C1C-46F4-8866-D4B93925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Next checks use a peer and a Quest headset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79CFF-DB5E-4CC1-A872-9A3FDB4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BA7FE-0E2D-49AE-B896-6963BBFA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WANG HAOBIN  /  WEEK 07 MIDTERM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7A21-5214-40C9-861A-A044832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7F947-BE09-45E0-A28C-74540E9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219700" cy="3629025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813E0-7A3A-447B-A502-1D10466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38300"/>
            <a:ext cx="5219700" cy="3629025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B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AB48E-D263-4343-BF6A-1441B682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10-MINUTE FIRST-USE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83CC0-70C7-4A78-99AE-C0FAAA9F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One classmate attempts the complete task without step-by-step coaching.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1ED00-8B32-40C9-AC62-D558F15D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552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Record pauses, requests for help, button use and completion. Fix the highest-priority issue, then retest the same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AA4DC-63C0-4056-87A1-EF1F934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24050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83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831B"/>
                </a:solidFill>
                <a:latin typeface="Arial"/>
                <a:ea typeface="Arial"/>
                <a:cs typeface="Arial"/>
              </a:rPr>
              <a:t>QUEST DEVICE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1AB9F-DDC8-486B-8973-D1F8D3A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95550"/>
            <a:ext cx="4638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Install the Week 07 APK and replay the task with controllers.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777C0-5C1B-42BE-947B-8F83B1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38550"/>
            <a:ext cx="4562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Check panel readability, teleport, grip, sound, vibration and comfort. Record the real-headset playthrough after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8A144-F8A3-44A4-AE87-FDD077B5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As of 20 Oct: peer observations and Quest footage have not yet been collected.</a:t>
            </a:r>
          </a:p>
        </p:txBody>
      </p:sp>
    </p:spTree>
    <p:extLst>
      <p:ext uri="{BB962C8B-B14F-4D97-AF65-F5344CB8AC3E}">
        <p14:creationId xmlns:p14="http://schemas.microsoft.com/office/powerpoint/2010/main" val="255403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55348-5B11-4FB8-950E-B1639793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FA9C4-4E63-49C3-81EF-D4FE5F2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BFE"/>
                </a:solidFill>
                <a:latin typeface="Arial"/>
                <a:ea typeface="Arial"/>
                <a:cs typeface="Arial"/>
              </a:rPr>
              <a:t>Six-minute live demo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60C98-1D80-4305-89E9-CB167FE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6B598-7BFB-4E87-A2E7-D9564EF9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WANG HAOBIN  /  WEEK 07 MIDTERM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D7F07-4233-4045-9EF0-A68B4FD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62D53-ADB1-498E-9F7D-B97F47B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552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0:00–1:00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41E87-BCAF-4E82-AAF6-6CE95599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383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Start, read the status, open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C9AD-5DD3-474C-A57D-F0DCE63A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2AC1F-749D-47BF-BAB2-946ABC5C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552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1:00–2:00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C55D2-E292-4D0F-9802-0DA18703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526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Teleport to the repair pad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5142E-8C1E-4394-96A6-8543789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64125-63CA-4FAD-8586-279C21D9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552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2:00–3:00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9CB87-68D5-4F0B-86FA-A392E620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Grip and move the energy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10F85-4C7E-4AC0-8F82-6DC56F1D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8221E-C254-4005-AC2E-362FF2A6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552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3:00–4:00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2AAC6-2C42-49B7-AF1A-D24EDE5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Release at the socket; show the doors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F53C7-C1D3-4FE3-8B2D-3249FC7B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CC1BF-BCF5-4E44-91F4-654497C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552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4:00–5:00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705ED-22FD-42F9-B58C-8DD1725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Cross to EXIT; show completion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1A573-DCCE-4A77-87D1-7178F200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72641-CEF5-421B-9630-98777BDE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552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ACA"/>
                </a:solidFill>
                <a:latin typeface="Arial"/>
                <a:ea typeface="Arial"/>
                <a:cs typeface="Arial"/>
              </a:rPr>
              <a:t>5:00–6:00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CF561-F826-44C5-969D-E8DEAE8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01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FB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BFE"/>
                </a:solidFill>
                <a:latin typeface="Arial"/>
                <a:ea typeface="Arial"/>
                <a:cs typeface="Arial"/>
              </a:rPr>
              <a:t>Reset and answer questions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0560F-8846-4D07-BED6-EB61EB4C5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d3d1fd8aa4257"/>
          <a:stretch xmlns:a="http://schemas.openxmlformats.org/drawingml/2006/main"/>
        </p:blipFill>
        <p:spPr>
          <a:xfrm xmlns:a="http://schemas.openxmlformats.org/drawingml/2006/main">
            <a:off x="8096250" y="2096095"/>
            <a:ext cx="3333750" cy="1875234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791B3-AC2F-49C0-8F3E-EC869CC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2E7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7F4"/>
                </a:solidFill>
                <a:latin typeface="Arial"/>
                <a:ea typeface="Arial"/>
                <a:cs typeface="Arial"/>
              </a:rPr>
              <a:t>Current Unity Editor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D4A73-E422-437F-A68B-661B0C6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6247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A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ACA"/>
                </a:solidFill>
                <a:latin typeface="Arial"/>
                <a:ea typeface="Arial"/>
                <a:cs typeface="Arial"/>
              </a:rPr>
              <a:t>Quest recording follows the device test.</a:t>
            </a:r>
          </a:p>
        </p:txBody>
      </p:sp>
    </p:spTree>
    <p:extLst>
      <p:ext uri="{BB962C8B-B14F-4D97-AF65-F5344CB8AC3E}">
        <p14:creationId xmlns:p14="http://schemas.microsoft.com/office/powerpoint/2010/main" val="1795524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2026-10-20T11:13:56.5030000Z</dcterms:created>
  <dcterms:modified xsi:type="dcterms:W3CDTF">2026-10-20T11:13:56.5030000Z</dcterms:modified>
</coreProperties>
</file>